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2286000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400" b="1">
                <a:solidFill>
                  <a:srgbClr val="16A34A"/>
                </a:solidFill>
              </a:rPr>
              <a:t>Leaf Lite Deck</a:t>
            </a:r>
          </a:p>
          <a:p>
            <a:pPr algn="ctr"/>
            <a:r>
              <a:rPr lang="en-US" sz="1800"/>
              <a:t>v1.1 sample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"/>
          <p:cNvSpPr txBox="1"/>
          <p:nvPr/>
        </p:nvSpPr>
        <p:spPr>
          <a:xfrm>
            <a:off x="838200" y="838200"/>
            <a:ext cx="10515600" cy="51435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/>
              <a:t>What this proves</a:t>
            </a:r>
          </a:p>
          <a:p>
            <a:pPr algn="l">
              <a:buFont typeface="Arial"/>
              <a:buChar char="•"/>
            </a:pPr>
            <a:r>
              <a:rPr lang="en-US" sz="1800"/>
              <a:t>Shape text flows through StaticLayout</a:t>
            </a:r>
          </a:p>
          <a:p>
            <a:pPr algn="l">
              <a:buFont typeface="Arial"/>
              <a:buChar char="•"/>
            </a:pPr>
            <a:r>
              <a:rPr lang="en-US" sz="1800"/>
              <a:t>Runs keep bold, italic, size and colour</a:t>
            </a:r>
          </a:p>
          <a:p>
            <a:pPr algn="l">
              <a:buFont typeface="Arial"/>
              <a:buChar char="•"/>
            </a:pPr>
            <a:r>
              <a:rPr lang="en-US" sz="1800"/>
              <a:t>Slide size comes from presentation.xml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838200" y="5486400"/>
            <a:ext cx="105156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200" i="1">
                <a:solidFill>
                  <a:srgbClr val="64748B"/>
                </a:solidFill>
              </a:rPr>
              <a:t>Generated by tools/make_samples.py</a:t>
            </a:r>
          </a:p>
        </p:txBody>
      </p:sp>
    </p:spTree>
  </p:cSld>
  <p:clrMapOvr>
    <a:masterClrMapping/>
  </p:clrMapOvr>
</p:sld>
</file>